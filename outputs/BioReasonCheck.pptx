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C8FF"/>
                </a:solidFill>
              </a:rPr>
              <a:t>BioReasonCheck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Format Instability Benchmark for LongevityLLM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4D8"/>
                </a:solidFill>
              </a:rPr>
              <a:t>Track 01 · Insilico Medicine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4572000"/>
            <a:ext cx="2560320" cy="82296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</a:rP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Format Instability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8144" y="4572000"/>
            <a:ext cx="2560320" cy="82296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</a:rPr>
              <a:t>270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Benchmark 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4572000"/>
            <a:ext cx="2560320" cy="82296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Unique Genes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4544" y="4572000"/>
            <a:ext cx="2560320" cy="82296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4544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</a:rPr>
              <a:t>p=0.021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McNemar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github.com/aakashak2000/BioReasonCheck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Same gene. Same biology. Different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57432" cy="14173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"Imagine asking a specialist: Does this patient have condition X? They say NO. You show them a form with the same question as multiple choice. They circle YES. Same specialist. Same patient. Same biology. That's what we found with LongevityLLM — in 19 of 20 test cases."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3566160" cy="292608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Binary API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8"/>
                </a:solidFill>
              </a:rPr>
              <a:t>Gene X
senescent?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NOT_SUPPORTED 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2651760"/>
            <a:ext cx="3566160" cy="292608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C4D8"/>
                </a:solidFill>
              </a:rPr>
              <a:t>Ternary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8"/>
                </a:solidFill>
              </a:rPr>
              <a:t>Gene X
senescent?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C4D8"/>
                </a:solidFill>
              </a:rPr>
              <a:t>INSUFFICIENT_EVIDENCE 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08976" y="2651760"/>
            <a:ext cx="3566160" cy="292608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MCQ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8"/>
                </a:solidFill>
              </a:rPr>
              <a:t>Gene X
senescent?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SUPPORTED ✓  (but first two wrong)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No prior evaluation had measured this.  We built the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270 prompts · 60 genes · 3 formats · 5 categories · pre-registered test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03520" cy="5303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Data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5 Gene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922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CellAge senescence, OpenGenes lifespan, mixed-evidence, metabolic hard negatives, invented hallucination traps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91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Ground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968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CellAge &amp; OpenGenes database exports — not PubMed, not Wikipedia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638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3 Claim 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01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Database-membership · False-strong (requires reasoning) · Hallucination traps (zero training signal)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684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Pre-registered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Deterministic gene hash (MD5 % 10 ≥ 7 → test). Assigned before any analysis ran.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2" y="1005840"/>
            <a:ext cx="5852160" cy="5303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Format Diversity (the rubric axis)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1600200"/>
            <a:ext cx="5577840" cy="123444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Binary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9842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YES / 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377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</a:rPr>
              <a:t>Simple existence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8192" y="2990088"/>
            <a:ext cx="5577840" cy="123444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Ternary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3741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SUPPORTED / NOT_SUPPORTED / INSUFFICIENT_EVIDENCE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</a:rPr>
              <a:t>3-class reasoning label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8192" y="4379976"/>
            <a:ext cx="5577840" cy="123444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44256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C4D8"/>
                </a:solidFill>
              </a:rPr>
              <a:t>MCQ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47640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 options, correct position rotated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51572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</a:rPr>
              <a:t>Positional heuristic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Format instability is statistically significant and mechanistically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95.0%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Format Instability Rate
[Bootstrap CI: 85%–100%]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0584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4300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−0.328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4884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Cohen's κ  binary vs MCQ
(worse than chance)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00584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14300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0.760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14884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Cramér's V
format → label association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p = 0.021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McNemar test
(all 60 genes)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42900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5661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84.6%
vs 34.6%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57200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Claude Sonnet 4.6 MCQ
vs L-LLM MCQ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42900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35661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72.7%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457200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Consistency mismatch
error rate (22 cases)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Format decides the answer. The biology is irrelevant.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94960" cy="43891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Binary Format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6B35"/>
                </a:solidFill>
              </a:rP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of answers are NOT_SUPPORTED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False Negative Rate: 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4D8"/>
                </a:solidFill>
              </a:rPr>
              <a:t>Binary triggers a "skeptical default" — when in doubt, say no.
The gene's biology plays no role.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1005840"/>
            <a:ext cx="5394960" cy="43891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MCQ Format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15727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8FF"/>
                </a:solidFill>
              </a:rPr>
              <a:t>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of answers are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False Positive Rate: 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33375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4D8"/>
                </a:solidFill>
              </a:rPr>
              <a:t>MCQ triggers an "optimistic default" — pick the positive-sounding option.
Completely opposite heuristic.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32120"/>
            <a:ext cx="11064240" cy="731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77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Cramér's V = 0.760  ·  Format alone predicts label choice  ·  Cohen's κ (binary vs MCQ) = −0.328 — worse than chance agreement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Reasoning Scorer +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Automatic error detection from chain-of-thought · Four actionable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5303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The Reasoning Scorer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No human labels needed — reads the model's own chain-of-thought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65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of ternary traces use SENESCENCE as a gene symbol
→ process-as-gene confusion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72.7%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error rate when reasoning contradicts output
(22 consistency mismatch cases)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033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scorer recall  ·  F1 = 0.694
deployable as runtime filter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Free DPO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572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each flagged trace = preference pair
for future fine-tuning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005840"/>
            <a:ext cx="5577840" cy="5303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Recommendations for Insilico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1600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Avoid binary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18928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92% NOT_SUPPORTED bias regardless of true label — systematically unreliable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2606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Rotate MCQ positions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28986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Option D was never selected correctly (0/5 cases) — positional heuristics are 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3611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 scorer as runtime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39044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Flags 85% of errors automatically — no gold labels, no annotation pipeline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617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Add FIR to fine-tuning 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49103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Format stability must be measured alongside accuracy in every future L-LLM training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