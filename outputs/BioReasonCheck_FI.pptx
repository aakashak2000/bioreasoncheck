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0C8FF"/>
                </a:solidFill>
              </a:rPr>
              <a:t>BioReasonCheck-FI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Format Instability Benchmark for LongevityLLM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0C4D8"/>
                </a:solidFill>
              </a:rPr>
              <a:t>Track 01 · Insilico Medicine 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4572000"/>
            <a:ext cx="2560320" cy="82296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4617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6B35"/>
                </a:solidFill>
              </a:rPr>
              <a:t>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5010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Format Instability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438144" y="4572000"/>
            <a:ext cx="2560320" cy="82296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38144" y="4617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6B35"/>
                </a:solidFill>
              </a:rPr>
              <a:t>270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8144" y="5010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Benchmark Prompts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4572000"/>
            <a:ext cx="2560320" cy="82296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4617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6B35"/>
                </a:solidFill>
              </a:rPr>
              <a:t>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1344" y="5010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Unique Genes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24544" y="4572000"/>
            <a:ext cx="2560320" cy="82296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24544" y="4617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6B35"/>
                </a:solidFill>
              </a:rPr>
              <a:t>p=0.021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544" y="5010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McNemar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21792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github.com/aakashak2000/BioReasonCheck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Same gene. Same biology. Different answer.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57432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8"/>
                </a:solidFill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11457432" cy="141732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78992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"Imagine asking a specialist: Does this patient have condition X? They say NO. You show them a form with the same question as multiple choice. They circle YES. Same specialist. Same patient. Same biology. That's what we found with LongevityLLM — in 19 of 20 test cases."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51760"/>
            <a:ext cx="3566160" cy="292608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Binary API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C4D8"/>
                </a:solidFill>
              </a:rPr>
              <a:t>Gene X
senescent?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NOT_SUPPORTED 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87368" y="2651760"/>
            <a:ext cx="3566160" cy="292608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78808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0C4D8"/>
                </a:solidFill>
              </a:rPr>
              <a:t>Ternary classifier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8" y="32004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C4D8"/>
                </a:solidFill>
              </a:rPr>
              <a:t>Gene X
senescent?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8" y="40233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0C4D8"/>
                </a:solidFill>
              </a:rPr>
              <a:t>INSUFFICIENT_EVIDENCE 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08976" y="2651760"/>
            <a:ext cx="3566160" cy="292608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416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MCQ interface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0416" y="32004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C4D8"/>
                </a:solidFill>
              </a:rPr>
              <a:t>Gene X
senescent?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0416" y="40233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SUPPORTED ✓  (but first two wrong)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669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FF"/>
                </a:solidFill>
              </a:rPr>
              <a:t>No prior evaluation had measured this.  We built the 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FF"/>
                </a:solidFill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270 prompts · 60 genes · 3 formats · 5 categories · pre-registered test split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57432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8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303520" cy="530352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Data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5 Gene Categories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9222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CellAge senescence, OpenGenes lifespan, mixed-evidence, metabolic hard negatives, invented hallucination traps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591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Ground Truth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9689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CellAge &amp; OpenGenes database exports — not PubMed, not Wikipedia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6382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3 Claim Tiers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015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Database-membership · False-strong (requires reasoning) · Hallucination traps (zero training signal)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96849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Pre-registered 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Deterministic gene hash (MD5 % 10 ≥ 7 → test). Assigned before any analysis ran.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71032" y="1005840"/>
            <a:ext cx="5852160" cy="530352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08192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Format Diversity (the rubric axis)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08192" y="1600200"/>
            <a:ext cx="5577840" cy="123444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645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Binary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9842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YES / 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2377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4D8"/>
                </a:solidFill>
              </a:rPr>
              <a:t>Simple existence check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08192" y="2990088"/>
            <a:ext cx="5577840" cy="123444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2" y="30358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Ternary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337413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SUPPORTED / NOT_SUPPORTED / INSUFFICIENT_EVIDENCE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2" y="37673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4D8"/>
                </a:solidFill>
              </a:rPr>
              <a:t>3-class reasoning label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08192" y="4379976"/>
            <a:ext cx="5577840" cy="123444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5352" y="442569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C4D8"/>
                </a:solidFill>
              </a:rPr>
              <a:t>MCQ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5352" y="47640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4 options, correct position rotated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515721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4D8"/>
                </a:solidFill>
              </a:rPr>
              <a:t>Positional heuristic 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FF"/>
                </a:solidFill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Format instability is statistically significant and mechanistically explained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57432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8"/>
                </a:solidFill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11880" cy="228600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B35"/>
                </a:solidFill>
              </a:rPr>
              <a:t>95.0%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Format Instability Rate
[Bootstrap CI: 85%–100%]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005840"/>
            <a:ext cx="3611880" cy="228600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143000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FF"/>
                </a:solidFill>
              </a:rPr>
              <a:t>−0.328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148840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Cohen's κ  binary vs MCQ
(worse than chance)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005840"/>
            <a:ext cx="3611880" cy="228600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1143000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B35"/>
                </a:solidFill>
              </a:rPr>
              <a:t>0.760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148840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Cramér's V
format → label association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29000"/>
            <a:ext cx="3611880" cy="228600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66160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FF"/>
                </a:solidFill>
              </a:rPr>
              <a:t>p = 0.021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McNemar test
(all 60 genes)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3429000"/>
            <a:ext cx="3611880" cy="228600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3566160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B35"/>
                </a:solidFill>
              </a:rPr>
              <a:t>84.6%
vs 34.6%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572000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Claude Sonnet 4.6 MCQ
vs L-LLM MCQ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3429000"/>
            <a:ext cx="3611880" cy="228600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0" y="3566160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FF"/>
                </a:solidFill>
              </a:rPr>
              <a:t>72.7%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4572000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Consistency mismatch
error rate (22 cases)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FF"/>
                </a:solidFill>
              </a:rPr>
              <a:t>The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Format decides the answer. The biology is irrelevant.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57432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8"/>
                </a:solidFill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394960" cy="438912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Binary Format Bias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6B35"/>
                </a:solidFill>
              </a:rPr>
              <a:t>92%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77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of answers are NOT_SUPPORTED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35"/>
                </a:solidFill>
              </a:rPr>
              <a:t>False Negative Rate: 83%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3756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C4D8"/>
                </a:solidFill>
              </a:rPr>
              <a:t>Binary triggers a "skeptical default" — when in doubt, say no.
The gene's biology plays no role.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62472" y="1005840"/>
            <a:ext cx="5394960" cy="438912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MCQ Format Bias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1572768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C8FF"/>
                </a:solidFill>
              </a:rPr>
              <a:t>81%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2377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of answers are SUPPORTED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2834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FF"/>
                </a:solidFill>
              </a:rPr>
              <a:t>False Positive Rate: 86%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333756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C4D8"/>
                </a:solidFill>
              </a:rPr>
              <a:t>MCQ triggers an "optimistic default" — pick the positive-sounding option.
Completely opposite heuristic.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532120"/>
            <a:ext cx="11064240" cy="73152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5778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FF"/>
                </a:solidFill>
              </a:rPr>
              <a:t>Cramér's V = 0.760  ·  Format alone predicts label choice  ·  Cohen's κ (binary vs MCQ) = −0.328 — worse than chance agreement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FF"/>
                </a:solidFill>
              </a:rPr>
              <a:t>Reasoning Scorer +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Automatic error detection from chain-of-thought · Four actionable fixes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57432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8"/>
                </a:solidFill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577840" cy="530352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The Reasoning Scorer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8"/>
                </a:solidFill>
              </a:rPr>
              <a:t>No human labels needed — reads the model's own chain-of-thought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78%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9659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of ternary traces use SENESCENCE as a gene symbol
→ process-as-gene confusion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72.7%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83464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error rate when reasoning contradicts output
(22 consistency mismatch cases)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85%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70332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scorer recall  ·  F1 = 0.694
deployable as runtime filter 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72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Free DPO pairs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57200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each flagged trace = preference pair
for future fine-tuning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1005840"/>
            <a:ext cx="5577840" cy="5303520"/>
          </a:xfrm>
          <a:prstGeom prst="rect">
            <a:avLst/>
          </a:prstGeom>
          <a:solidFill>
            <a:srgbClr val="162A3E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Recommendations for Insilico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432" y="1600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Avoid binary format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2" y="189280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92% NOT_SUPPORTED bias regardless of true label — systematically unreliable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6060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2" y="2606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Rotate MCQ positions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5432" y="289864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Option D was never selected correctly (0/5 cases) — positional heuristics are strong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5432" y="36118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Deploy scorer as runtime filter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85432" y="39044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Flags 85% of errors automatically — no gold labels, no annotation pipeline needed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6177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B35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85432" y="4617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Add FIR to fine-tuning eval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85432" y="491032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Format stability must be measured alongside accuracy in every future L-LLM training 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